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201168" cy="25603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2286000"/>
            <a:ext cx="201168" cy="25603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5915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B2A4A"/>
                </a:solidFill>
              </a:rPr>
              <a:t>RESUMIO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F6FB8"/>
                </a:solidFill>
              </a:rPr>
              <a:t>AI Resume Screening &amp; Recruitment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AF8"/>
                </a:solidFill>
              </a:rPr>
              <a:t>DBMS Project  |  M. Sundhip Manhooj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074920"/>
            <a:ext cx="2377440" cy="1005840"/>
          </a:xfrm>
          <a:prstGeom prst="rect">
            <a:avLst/>
          </a:prstGeom>
          <a:solidFill>
            <a:srgbClr val="24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Full-Stack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96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Web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5074920"/>
            <a:ext cx="2377440" cy="1005840"/>
          </a:xfrm>
          <a:prstGeom prst="rect">
            <a:avLst/>
          </a:prstGeom>
          <a:solidFill>
            <a:srgbClr val="24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AI-Powered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596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Resume 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5074920"/>
            <a:ext cx="2377440" cy="1005840"/>
          </a:xfrm>
          <a:prstGeom prst="rect">
            <a:avLst/>
          </a:prstGeom>
          <a:solidFill>
            <a:srgbClr val="24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 User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5596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Candidate / Recruiter / 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5074920"/>
            <a:ext cx="2377440" cy="1005840"/>
          </a:xfrm>
          <a:prstGeom prst="rect">
            <a:avLst/>
          </a:prstGeom>
          <a:solidFill>
            <a:srgbClr val="243A62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26 DB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596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6EAF8"/>
                </a:solidFill>
              </a:rPr>
              <a:t>Relational Schema · 3NF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AF8"/>
                </a:solidFill>
              </a:rPr>
              <a:t>Presented by: M. Sundhip Manhooj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What is Resumio?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Resumio is a full-stack AI-powered Recruitment Portal designed to automate and simplify the entire hiring process — from job posting to candidate selection — using artificial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11521440" cy="36576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3794760" cy="4343400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7947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42032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A web application for companies to find and screen candidates.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Candidates apply to jobs and get AI-powered feedback.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Built with React, Node.js, and SQLite database.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Uses Google Gemini AI for intelligent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011680"/>
            <a:ext cx="3794760" cy="434340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011680"/>
            <a:ext cx="379476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0482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Who uses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542032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CANDIDATE — job seekers who apply for positions.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RECRUITER — companies that post jobs and hire candidates.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ADMIN — manages the entire platform and users.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Each role has a completely separate dashboard.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2011680"/>
            <a:ext cx="3794760" cy="4343400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2011680"/>
            <a:ext cx="3794760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482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it's different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2542032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Traditional recruitment is manual and time-consuming.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Resumio automates resume screening using AI.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Candidates are ranked automatically by match score.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22222"/>
                </a:solidFill>
              </a:rPr>
              <a:t>No bias — scoring is based purely on skills and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Challenges in traditional recruitment that Resumio solves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55555"/>
                </a:solidFill>
              </a:rPr>
              <a:t>Traditional hiring is slow, manual, and inconsistent. Recruiters spend hours reading resumes with no objective way to compare candidates.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5669280" cy="135331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73152" cy="135331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Manual Resume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Recruiters must read every resume individually. A single job posting can receive hundreds of applications. This takes days and is highly inconsistent.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337560"/>
            <a:ext cx="5669280" cy="135331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337560"/>
            <a:ext cx="73152" cy="135331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No Objective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Without a scoring system, recruiters rely on gut feeling. Two recruiters may rank the same candidate very differently.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846320"/>
            <a:ext cx="5669280" cy="135331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846320"/>
            <a:ext cx="73152" cy="135331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Disconnected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03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Companies use separate tools for posting jobs, collecting applications, scheduling interviews, and sending emails — no unified 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28800"/>
            <a:ext cx="5669280" cy="135331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828800"/>
            <a:ext cx="73152" cy="135331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89280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Candidates Lack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860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Rejected candidates don't know WHY they were rejected or what skills they're missing for the job they want.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337560"/>
            <a:ext cx="5669280" cy="135331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337560"/>
            <a:ext cx="73152" cy="135331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401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Resume Duplication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94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The same resume may be submitted multiple times by different candidates with minor changes. No way to detect this manually.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846320"/>
            <a:ext cx="5669280" cy="135331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846320"/>
            <a:ext cx="73152" cy="135331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10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No Skill Gap 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303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Neither recruiters nor candidates know exactly which skills the candidate is missing for a specific role.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Solution — Resumio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How Resumio solves each problem with AI and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69280" cy="1627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66928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9786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Automated Resume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Resumio automatically reads and extracts information from uploaded PDF or DOCX resumes — name, email, skills, education, experience, projects, and certifications.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26080"/>
            <a:ext cx="5669280" cy="1627632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5669280" cy="4114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809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Match Scoring (0–100%)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Every candidate is automatically scored against the job requirements. Score = Required Skills (40%) + Preferred Skills (20%) + Experience (25%) + Qualification (15%).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709160"/>
            <a:ext cx="5669280" cy="1627632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709160"/>
            <a:ext cx="56692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640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Unified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Everything in one place: job posting, applications, AI screening, interview scheduling, notifications, and analytics — no switching between tools.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143000"/>
            <a:ext cx="5669280" cy="1627632"/>
          </a:xfrm>
          <a:prstGeom prst="rect">
            <a:avLst/>
          </a:prstGeom>
          <a:solidFill>
            <a:srgbClr val="FDEBD7"/>
          </a:solidFill>
          <a:ln w="12700">
            <a:solidFill>
              <a:srgbClr val="C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5669280" cy="411480"/>
          </a:xfrm>
          <a:prstGeom prst="rect">
            <a:avLst/>
          </a:prstGeom>
          <a:solidFill>
            <a:srgbClr val="C0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9786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Skill Gap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4592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Candidates see exactly which skills they are missing for a job, with priority ranking and AI-generated learning recommendations.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926080"/>
            <a:ext cx="5669280" cy="1627632"/>
          </a:xfrm>
          <a:prstGeom prst="rect">
            <a:avLst/>
          </a:prstGeom>
          <a:solidFill>
            <a:srgbClr val="F3E5F5"/>
          </a:solidFill>
          <a:ln w="1270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926080"/>
            <a:ext cx="5669280" cy="411480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809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Duplicate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System uses SHA-256 hashing (exact duplicates) and text similarity algorithms (near-duplicates) to flag suspicious resumes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709160"/>
            <a:ext cx="5669280" cy="1627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709160"/>
            <a:ext cx="5669280" cy="4114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7640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Transparent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1208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Candidates receive AI-generated summaries explaining their match, strengths, and gaps — so rejection is always informative.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User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Resumio has three distinct user roles, each with their own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3794760" cy="5349240"/>
          </a:xfrm>
          <a:prstGeom prst="rect">
            <a:avLst/>
          </a:prstGeom>
          <a:solidFill>
            <a:srgbClr val="D6EAF8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3794760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733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F6FB8"/>
                </a:solidFill>
              </a:rPr>
              <a:t>A job seeker who registers and uses Resumio to find and apply for jobs.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148840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22222"/>
                </a:solidFill>
              </a:rPr>
              <a:t>  Register and create a detailed profile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Add education, skills, experience, projects, certifications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Upload resume (PDF or DOCX)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Browse and search published job listings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Apply to jobs with cover letter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View AI match score for each application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See skill gap analysis — what skills are missing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Track application status (Applied / Shortlisted / Rejected)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View scheduled interview details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Receive in-app notifications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Get AI-generated resume improvement suggestions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078992"/>
            <a:ext cx="3794760" cy="5349240"/>
          </a:xfrm>
          <a:prstGeom prst="rect">
            <a:avLst/>
          </a:prstGeom>
          <a:solidFill>
            <a:srgbClr val="D5F5E3"/>
          </a:solidFill>
          <a:ln w="1524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078992"/>
            <a:ext cx="3794760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097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RECRUITER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733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7A4A"/>
                </a:solidFill>
              </a:rPr>
              <a:t>A company or hiring manager who posts jobs and manages applicants.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148840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22222"/>
                </a:solidFill>
              </a:rPr>
              <a:t>  Register with company details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Post, edit, publish, and close job listings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View all applicants for each job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See AI match score for every candidate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Candidates auto-ranked from highest to lowest match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Move applicants through the pipeline (shortlist / reject)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Schedule interviews (Video, Phone, In-Person)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Auto-notify candidates when status changes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Search candidates using natural language (AI Phase 8)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Generate AI interview questions for specific candidates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View recruitment analytics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078992"/>
            <a:ext cx="3794760" cy="5349240"/>
          </a:xfrm>
          <a:prstGeom prst="rect">
            <a:avLst/>
          </a:prstGeom>
          <a:solidFill>
            <a:srgbClr val="D6EAF8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078992"/>
            <a:ext cx="37947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0972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733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2A4A"/>
                </a:solidFill>
              </a:rPr>
              <a:t>Platform administrator who oversees all users and system activity.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148840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22222"/>
                </a:solidFill>
              </a:rPr>
              <a:t>  View all registered users (candidates and recruiters)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Activate, deactivate, or suspend accounts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Monitor platform statistics and analytics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Oversee all jobs, applications, and interviews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222222"/>
                </a:solidFill>
              </a:rPr>
              <a:t>  Ensure platform integrity and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Step-by-step workflow from registration to hiring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94760" cy="2423160"/>
          </a:xfrm>
          <a:prstGeom prst="rect">
            <a:avLst/>
          </a:prstGeom>
          <a:solidFill>
            <a:srgbClr val="F4F6F9"/>
          </a:solidFill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02920" cy="2423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5" y="1874519"/>
            <a:ext cx="429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234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Recruiter Posts a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73736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Recruiter registers, fills company profile, then creates a job listing with required skills, preferred skills, experience requirements, salary, and deadline.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3794760" cy="2423160"/>
          </a:xfrm>
          <a:prstGeom prst="rect">
            <a:avLst/>
          </a:prstGeom>
          <a:solidFill>
            <a:srgbClr val="F4F6F9"/>
          </a:solidFill>
          <a:ln w="1524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02920" cy="24231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" y="4572000"/>
            <a:ext cx="429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9319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6FB8"/>
                </a:solidFill>
              </a:rPr>
              <a:t>Candidate Applies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4348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Candidate registers, builds their profile, uploads a resume, browses published jobs, and submits an application with an optional cover letter.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143000"/>
            <a:ext cx="3794760" cy="2423160"/>
          </a:xfrm>
          <a:prstGeom prst="rect">
            <a:avLst/>
          </a:prstGeom>
          <a:solidFill>
            <a:srgbClr val="F4F6F9"/>
          </a:solidFill>
          <a:ln w="1524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143000"/>
            <a:ext cx="502920" cy="24231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5" y="1874519"/>
            <a:ext cx="429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1" y="1234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A"/>
                </a:solidFill>
              </a:rPr>
              <a:t>AI Parses the 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1" y="173736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The moment a candidate applies, Resumio automatically extracts their skills, education, experience, and projects from the uploaded resume 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840480"/>
            <a:ext cx="3794760" cy="2423160"/>
          </a:xfrm>
          <a:prstGeom prst="rect">
            <a:avLst/>
          </a:prstGeom>
          <a:solidFill>
            <a:srgbClr val="F4F6F9"/>
          </a:solidFill>
          <a:ln w="15240">
            <a:solidFill>
              <a:srgbClr val="C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840480"/>
            <a:ext cx="502920" cy="2423160"/>
          </a:xfrm>
          <a:prstGeom prst="rect">
            <a:avLst/>
          </a:prstGeom>
          <a:solidFill>
            <a:srgbClr val="C0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5" y="4572000"/>
            <a:ext cx="429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1" y="39319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010"/>
                </a:solidFill>
              </a:rPr>
              <a:t>AI Scores the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1" y="44348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The system computes a match score (0-100%) by comparing extracted resume data against the job's required and preferred skills, experience, and qualifications.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1143000"/>
            <a:ext cx="3794760" cy="2423160"/>
          </a:xfrm>
          <a:prstGeom prst="rect">
            <a:avLst/>
          </a:prstGeom>
          <a:solidFill>
            <a:srgbClr val="F4F6F9"/>
          </a:solidFill>
          <a:ln w="1524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1143000"/>
            <a:ext cx="502920" cy="2423160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5" y="1874519"/>
            <a:ext cx="429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1" y="1234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58E"/>
                </a:solidFill>
              </a:rPr>
              <a:t>Recruiter Reviews &amp; Shortlists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7111" y="173736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Recruiter opens the applicant list — candidates are already ranked by match score. Recruiter reviews and moves candidates to 'Shortlisted' or 'Rejected'.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3840480"/>
            <a:ext cx="3794760" cy="2423160"/>
          </a:xfrm>
          <a:prstGeom prst="rect">
            <a:avLst/>
          </a:prstGeom>
          <a:solidFill>
            <a:srgbClr val="F4F6F9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840480"/>
            <a:ext cx="502920" cy="2423160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5" y="4572000"/>
            <a:ext cx="429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1" y="39319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2020"/>
                </a:solidFill>
              </a:rPr>
              <a:t>Interview Scheduled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1" y="44348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Recruiter schedules an interview (Video / Phone / In-Person). Candidate receives an automatic in-app notification with date, time, and meeting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AI-Powered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Intelligent capabilities that set Resumio apart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Resumio uses Google Gemini AI and custom NLP algorithms to provide intelligent recruitment automation far beyond simple keyword matching.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566928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5669280" cy="38404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764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Resume 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1762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Automatically extracts name, email, phone, skills, education, work experience, projects, and certifications from any PDF or DOCX resume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8346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F6FB8"/>
                </a:solidFill>
              </a:rPr>
              <a:t>No manual data entry needed. Works on any resume format.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39"/>
            <a:ext cx="566928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91839"/>
            <a:ext cx="566928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" y="333755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Match Score (0-100%)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37490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Computes a composite score for every candidate-job pair:
  40% Required Skills  |  20% Preferred Skills
  25% Experience Match  |  15% Qualification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440740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7A4A"/>
                </a:solidFill>
              </a:rPr>
              <a:t>Objective, consistent, and instant ranking.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864608"/>
            <a:ext cx="566928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864608"/>
            <a:ext cx="5669280" cy="384048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4910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Candidate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532180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Google Gemini generates a 3-5 sentence executive narrative for each candidate, explaining their suitability for the role based on actual match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5980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358E"/>
                </a:solidFill>
              </a:rPr>
              <a:t>Recruiters get a quick human-readable overview.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719072"/>
            <a:ext cx="566928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C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719072"/>
            <a:ext cx="5669280" cy="384048"/>
          </a:xfrm>
          <a:prstGeom prst="rect">
            <a:avLst/>
          </a:prstGeom>
          <a:solidFill>
            <a:srgbClr val="C0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1764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Skill Gap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21762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AI identifies exactly which required and preferred skills the candidate is missing, ranks them by priority, and suggests what to learn.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283463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6010"/>
                </a:solidFill>
              </a:rPr>
              <a:t>Helps candidates improve. Helps recruiters understand gaps.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291839"/>
            <a:ext cx="566928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291839"/>
            <a:ext cx="56692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5" y="333755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Resume Improvement Suggestions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37490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Candidate gets section-by-section feedback on their resume: what to improve in Summary, Skills, Experience, and Education sections.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5" y="440740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B2A4A"/>
                </a:solidFill>
              </a:rPr>
              <a:t>Like having a career coach built into the platform.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864608"/>
            <a:ext cx="566928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864608"/>
            <a:ext cx="5669280" cy="384048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5" y="4910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Duplicate Resume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5" y="532180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Two-stage detection system:
  1. SHA-256 hash comparison for exact duplicates.
  2. Text cosine/Jaccard similarity for near-duplicates.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5" y="59801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2020"/>
                </a:solidFill>
              </a:rPr>
              <a:t>Prevents resume fraud and inflated applicant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Tools and technologies used to build Resumio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2816352" cy="5349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816352" cy="43891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097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627632"/>
            <a:ext cx="2606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22222"/>
                </a:solidFill>
              </a:rPr>
              <a:t>React 19  — UI component framework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TypeScript  — Type-safe JavaScript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Vite 8  — Fast build tool and dev server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Tailwind CSS 4  — Responsive styling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React Router v7  — Page navigation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Lucide React  — Icon library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78992"/>
            <a:ext cx="2816352" cy="5349240"/>
          </a:xfrm>
          <a:prstGeom prst="rect">
            <a:avLst/>
          </a:prstGeom>
          <a:solidFill>
            <a:srgbClr val="D5F5E3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78992"/>
            <a:ext cx="2816352" cy="43891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097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1627632"/>
            <a:ext cx="2606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22222"/>
                </a:solidFill>
              </a:rPr>
              <a:t>Node.js  — JavaScript runtime environment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Express 4  — REST API web framework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better-sqlite3  — SQLite database driver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JWT  — JSON Web Token authentication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bcryptjs  — Secure password hashing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Multer  — File upload handling (resumes)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078992"/>
            <a:ext cx="2816352" cy="5349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078992"/>
            <a:ext cx="2816352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097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1627632"/>
            <a:ext cx="2606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22222"/>
                </a:solidFill>
              </a:rPr>
              <a:t>SQLite  — Lightweight relational database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26 tables  — Fully relational schema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3NF  — Normalized to Third Normal Form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Foreign Key enforcement via PRAGMA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B-Tree Indexes for fast queries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ACID transactions for data consistency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078992"/>
            <a:ext cx="2816352" cy="5349240"/>
          </a:xfrm>
          <a:prstGeom prst="rect">
            <a:avLst/>
          </a:prstGeom>
          <a:solidFill>
            <a:srgbClr val="F3E5F5"/>
          </a:solidFill>
          <a:ln w="1270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078992"/>
            <a:ext cx="2816352" cy="438912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097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1627632"/>
            <a:ext cx="2606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222222"/>
                </a:solidFill>
              </a:rPr>
              <a:t>Google Gemini API  — LLM for AI text generation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Custom NLP parser  — Resume data extraction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Scoring Engine  — Deterministic match algorithm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Skill Gap Engine  — Priority gap computation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SHA-256 hashing  — Exact duplicate detection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222222"/>
                </a:solidFill>
              </a:rPr>
              <a:t>Cosine similarity  — Near-duplicate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26 relational tables organized across 8 development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The Resumio database is built on SQLite with 26 fully relational tables, normalized to Third Normal Form (3NF). All foreign keys are enforced at the database level with zero violations.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960120" cy="10789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" y="1920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30428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883664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26771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users,  candidate_profiles,  recruiter_profiles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1752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17520"/>
            <a:ext cx="960120" cy="107899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31089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349300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Candidate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2384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Candidate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45643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candidate_education,  candidate_skills,
candidate_experience,  candidate_projects,
candidate_certifications,  candidate_resumes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0624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206240"/>
            <a:ext cx="960120" cy="107899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4297679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" y="4681727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Job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261103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Job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64515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jobs,  job_required_skills,  job_preferred_skills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9496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C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394960"/>
            <a:ext cx="960120" cy="1078992"/>
          </a:xfrm>
          <a:prstGeom prst="rect">
            <a:avLst/>
          </a:prstGeom>
          <a:solidFill>
            <a:srgbClr val="C0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548640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" y="587044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449824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010"/>
                </a:solidFill>
              </a:rPr>
              <a:t>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583387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applications,  application_status_history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82880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828800"/>
            <a:ext cx="960120" cy="1078992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3" y="19202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3" y="230428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AI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7768" y="1883664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AI Parsing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226771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resume_parsed_data,  resume_screenings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01752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017520"/>
            <a:ext cx="960120" cy="107899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3" y="31089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3" y="349300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AI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7768" y="3072384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AI Matching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345643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resume_job_matches,  candidate_job_summaries,
skill_gap_analyses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20624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4206240"/>
            <a:ext cx="960120" cy="107899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8503" y="4297679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8503" y="4681727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Interviews &amp; Alerts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87768" y="4261103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Interviews &amp; Alerts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87768" y="464515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interviews,  interview_status_history,  notifications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394960"/>
            <a:ext cx="5669280" cy="1078992"/>
          </a:xfrm>
          <a:prstGeom prst="rect">
            <a:avLst/>
          </a:prstGeom>
          <a:solidFill>
            <a:srgbClr val="F4F6F9"/>
          </a:solidFill>
          <a:ln w="1016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394960"/>
            <a:ext cx="960120" cy="107899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3" y="548640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Phase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8503" y="5870448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Advanced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87768" y="5449824"/>
            <a:ext cx="4526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Advanced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7768" y="5833872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natural_language_searches,  interview_question_sets,
resume_improvement_analyses,  resume_duplicate_matches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AF8"/>
                </a:solidFill>
              </a:rPr>
              <a:t>Resumio — AI Recruitment Portal  |  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85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AF8"/>
                </a:solidFill>
              </a:rPr>
              <a:t>What makes Resumio stand out as a DBMS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669280" cy="1261872"/>
          </a:xfrm>
          <a:prstGeom prst="rect">
            <a:avLst/>
          </a:prstGeom>
          <a:solidFill>
            <a:srgbClr val="D6EAF8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73152" cy="12618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26 Relational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The database has 26 tables covering every aspect of recruitment. Each table has a clear purpose with proper primary keys, foreign keys, and constraints.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5669280" cy="1261872"/>
          </a:xfrm>
          <a:prstGeom prst="rect">
            <a:avLst/>
          </a:prstGeom>
          <a:solidFill>
            <a:srgbClr val="D5F5E3"/>
          </a:solidFill>
          <a:ln w="1016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96312"/>
            <a:ext cx="73152" cy="12618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Third Normal Form (3NF)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All tables are fully normalized. No repeating groups, no partial dependencies, and no transitive dependencies. Data is stored in one place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13632"/>
            <a:ext cx="5669280" cy="1261872"/>
          </a:xfrm>
          <a:prstGeom prst="rect">
            <a:avLst/>
          </a:prstGeom>
          <a:solidFill>
            <a:srgbClr val="D6EA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13632"/>
            <a:ext cx="73152" cy="12618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100% Foreign Key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Every foreign key relationship is enforced at the database level using PRAGMA foreign_keys = ON. Zero FK violations are verified on every server startup.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30952"/>
            <a:ext cx="5669280" cy="1261872"/>
          </a:xfrm>
          <a:prstGeom prst="rect">
            <a:avLst/>
          </a:prstGeom>
          <a:solidFill>
            <a:srgbClr val="F3E5F5"/>
          </a:solidFill>
          <a:ln w="10160">
            <a:solidFill>
              <a:srgbClr val="6C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330952"/>
            <a:ext cx="73152" cy="1261872"/>
          </a:xfrm>
          <a:prstGeom prst="rect">
            <a:avLst/>
          </a:prstGeom>
          <a:solidFill>
            <a:srgbClr val="6C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949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8E"/>
                </a:solidFill>
              </a:rPr>
              <a:t>Role-Based Access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Three distinct user roles (Candidate, Recruiter, Admin) with separate dashboards, separate API routes, and JWT-based authentication protecting every endpoint.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078992"/>
            <a:ext cx="5669280" cy="1261872"/>
          </a:xfrm>
          <a:prstGeom prst="rect">
            <a:avLst/>
          </a:prstGeom>
          <a:solidFill>
            <a:srgbClr val="FDEBD7"/>
          </a:solidFill>
          <a:ln w="10160">
            <a:solidFill>
              <a:srgbClr val="C06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078992"/>
            <a:ext cx="73152" cy="1261872"/>
          </a:xfrm>
          <a:prstGeom prst="rect">
            <a:avLst/>
          </a:prstGeom>
          <a:solidFill>
            <a:srgbClr val="C0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1430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010"/>
                </a:solidFill>
              </a:rPr>
              <a:t>AI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55448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Google Gemini API is used for generating candidate summaries, skill gap analyses, resume improvement suggestions, and AI interview questions.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496312"/>
            <a:ext cx="5669280" cy="1261872"/>
          </a:xfrm>
          <a:prstGeom prst="rect">
            <a:avLst/>
          </a:prstGeom>
          <a:solidFill>
            <a:srgbClr val="FDEDEC"/>
          </a:solidFill>
          <a:ln w="1016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496312"/>
            <a:ext cx="73152" cy="1261872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5603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2020"/>
                </a:solidFill>
              </a:rPr>
              <a:t>Complete Audit Trails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97180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Every status change in applications and interviews is logged in history tables with the acting user, timestamp, old status, new status, and notes.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913632"/>
            <a:ext cx="5669280" cy="1261872"/>
          </a:xfrm>
          <a:prstGeom prst="rect">
            <a:avLst/>
          </a:prstGeom>
          <a:solidFill>
            <a:srgbClr val="D5F5E3"/>
          </a:solidFill>
          <a:ln w="1016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913632"/>
            <a:ext cx="73152" cy="12618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9776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</a:rPr>
              <a:t>Cascade Referential Integrity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38912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Deleting a user automatically cleans up all their profiles, resumes, applications, interviews, and notifications through carefully designed cascade rules.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330952"/>
            <a:ext cx="5669280" cy="1261872"/>
          </a:xfrm>
          <a:prstGeom prst="rect">
            <a:avLst/>
          </a:prstGeom>
          <a:solidFill>
            <a:srgbClr val="D6EAF8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5330952"/>
            <a:ext cx="73152" cy="12618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3949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6FB8"/>
                </a:solidFill>
              </a:rPr>
              <a:t>Notification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80644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Automatic in-app notifications are created for key events: application status change, interview scheduled, interview rescheduled, and interview completed.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6EAF8"/>
                </a:solidFill>
              </a:rPr>
              <a:t>Resumio — AI Resume Screening &amp; Recruitment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AF8"/>
                </a:solidFill>
              </a:rPr>
              <a:t>DBMS Project  |  M. Sundhip Manhooj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7863840" cy="3749039"/>
          </a:xfrm>
          <a:prstGeom prst="rect">
            <a:avLst/>
          </a:prstGeom>
          <a:solidFill>
            <a:srgbClr val="F4F6F9"/>
          </a:solidFill>
          <a:ln w="1016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7863840" cy="38404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7635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22222"/>
                </a:solidFill>
              </a:rPr>
              <a:t>Built a complete full-stack web application for AI-powered recruitment automation.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222222"/>
                </a:solidFill>
              </a:rPr>
              <a:t>Designed a 26-table relational database fully normalized to Third Normal Form (3NF).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222222"/>
                </a:solidFill>
              </a:rPr>
              <a:t>Integrated Google Gemini AI for resume parsing, match scoring, skill gap analysis, and candidate summaries.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222222"/>
                </a:solidFill>
              </a:rPr>
              <a:t>Implemented role-based access control for Candidate, Recruiter, and Admin users.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222222"/>
                </a:solidFill>
              </a:rPr>
              <a:t>Achieved 100% foreign key referential integrity with zero violations verified on startup.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222222"/>
                </a:solidFill>
              </a:rPr>
              <a:t>Delivered complete audit trails, notification system, and interview scheduling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2423160"/>
            <a:ext cx="3383280" cy="3749039"/>
          </a:xfrm>
          <a:prstGeom prst="rect">
            <a:avLst/>
          </a:prstGeom>
          <a:solidFill>
            <a:srgbClr val="1B2A4A"/>
          </a:solidFill>
          <a:ln w="12700">
            <a:solidFill>
              <a:srgbClr val="1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514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17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AF8"/>
                </a:solidFill>
              </a:rPr>
              <a:t>GitHub: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3756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github.com/sundhip/Resumio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136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AF8"/>
                </a:solidFill>
              </a:rPr>
              <a:t>Tech Stack: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251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React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636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0200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SQLite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4041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Google Gemini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AF8"/>
                </a:solidFill>
              </a:rPr>
              <a:t>Presented by: M. Sundhip Manhooj  |  DBMS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